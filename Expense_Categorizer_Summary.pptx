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Expense Categorizer - Feature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FastAPI + Rule Engine + Merchant Memory + Fuzzy Matching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Project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Uploads raw transaction CSV files and auto-tags spending categories</a:t>
            </a:r>
          </a:p>
          <a:p>
            <a:pPr>
              <a:defRPr sz="2200"/>
            </a:pPr>
            <a:r>
              <a:t>Supports free-text transaction lines for quick classification</a:t>
            </a:r>
          </a:p>
          <a:p>
            <a:pPr>
              <a:defRPr sz="2200"/>
            </a:pPr>
            <a:r>
              <a:t>Returns coverage/correctness metrics for quality checks</a:t>
            </a:r>
          </a:p>
          <a:p>
            <a:pPr>
              <a:defRPr sz="2200"/>
            </a:pPr>
            <a:r>
              <a:t>Provides a simple web UI for upload, filter, and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Matching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Deterministic First</a:t>
            </a:r>
          </a:p>
          <a:p>
            <a:pPr>
              <a:defRPr sz="2000"/>
            </a:pPr>
            <a:r>
              <a:t>- Normalization: clean text and standardize merchant strings</a:t>
            </a:r>
          </a:p>
          <a:p>
            <a:pPr>
              <a:defRPr sz="2000"/>
            </a:pPr>
            <a:r>
              <a:t>- Rule types: exact, contains, and regex</a:t>
            </a:r>
          </a:p>
          <a:p>
            <a:pPr>
              <a:defRPr sz="2000"/>
            </a:pPr>
            <a:r>
              <a:t>- Priority and amount range filters choose best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/>
            </a:pPr>
            <a:r>
              <a:t>Fallback Layers</a:t>
            </a:r>
          </a:p>
          <a:p>
            <a:pPr>
              <a:defRPr sz="2000"/>
            </a:pPr>
            <a:r>
              <a:t>- Merchant memory exact lookup</a:t>
            </a:r>
          </a:p>
          <a:p>
            <a:pPr>
              <a:defRPr sz="2000"/>
            </a:pPr>
            <a:r>
              <a:t>- RapidFuzz fuzzy fallback for typo/variant merchants</a:t>
            </a:r>
          </a:p>
          <a:p>
            <a:pPr>
              <a:defRPr sz="2000"/>
            </a:pPr>
            <a:r>
              <a:t>- Uncategorized status if confidence/rules do not match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Drag-and-drop CSV upload with backend status detection</a:t>
            </a:r>
          </a:p>
          <a:p>
            <a:pPr>
              <a:defRPr sz="2200"/>
            </a:pPr>
            <a:r>
              <a:t>Results table with category badges and status</a:t>
            </a:r>
          </a:p>
          <a:p>
            <a:pPr>
              <a:defRPr sz="2200"/>
            </a:pPr>
            <a:r>
              <a:t>Filter by category and quick sample-input test</a:t>
            </a:r>
          </a:p>
          <a:p>
            <a:pPr>
              <a:defRPr sz="2200"/>
            </a:pPr>
            <a:r>
              <a:t>Export categorized results to 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and Data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POST /upload-csv for file categorization</a:t>
            </a:r>
          </a:p>
          <a:p>
            <a:pPr>
              <a:defRPr sz="2200"/>
            </a:pPr>
            <a:r>
              <a:t>POST /categorize and /categorize-text for structured or raw inputs</a:t>
            </a:r>
          </a:p>
          <a:p>
            <a:pPr>
              <a:defRPr sz="2200"/>
            </a:pPr>
            <a:r>
              <a:t>POST /merchant-memory/upsert to learn from corrections</a:t>
            </a:r>
          </a:p>
          <a:p>
            <a:pPr>
              <a:defRPr sz="2200"/>
            </a:pPr>
            <a:r>
              <a:t>POST /rules/reload and GET /health for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and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Unit tests for parser, rule engine, metrics, and APIs</a:t>
            </a:r>
          </a:p>
          <a:p>
            <a:pPr>
              <a:defRPr sz="2200"/>
            </a:pPr>
            <a:r>
              <a:t>Gherkin feature files added for user-story acceptance coverage</a:t>
            </a:r>
          </a:p>
          <a:p>
            <a:pPr>
              <a:defRPr sz="2200"/>
            </a:pPr>
            <a:r>
              <a:t>BDD execution added for feature-to-endpoint validation</a:t>
            </a:r>
          </a:p>
          <a:p>
            <a:pPr>
              <a:defRPr sz="2200"/>
            </a:pPr>
            <a:r>
              <a:t>Evaluation gate reports correctness against labeled samples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Plan and Ask Agents Were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Planned implementation in phases: scaffold, core logic, UI, tests, docs</a:t>
            </a:r>
          </a:p>
          <a:p>
            <a:pPr>
              <a:defRPr sz="2200"/>
            </a:pPr>
            <a:r>
              <a:t>Used ask agents (Explore) for deep architecture and codebase guidance</a:t>
            </a:r>
          </a:p>
          <a:p>
            <a:pPr>
              <a:defRPr sz="2200"/>
            </a:pPr>
            <a:r>
              <a:t>Converted user stories into executable Gherkin acceptance scenarios</a:t>
            </a:r>
          </a:p>
          <a:p>
            <a:pPr>
              <a:defRPr sz="2200"/>
            </a:pPr>
            <a:r>
              <a:t>Iteratively validated outputs with targeted test runs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Working end-to-end expense categorization workflow</a:t>
            </a:r>
          </a:p>
          <a:p>
            <a:pPr>
              <a:defRPr sz="2200"/>
            </a:pPr>
            <a:r>
              <a:t>Extensible matching strategy beyond static keywords</a:t>
            </a:r>
          </a:p>
          <a:p>
            <a:pPr>
              <a:defRPr sz="2200"/>
            </a:pPr>
            <a:r>
              <a:t>Improved user experience with upload, filtering, and export</a:t>
            </a:r>
          </a:p>
          <a:p>
            <a:pPr>
              <a:defRPr sz="2200"/>
            </a:pPr>
            <a:r>
              <a:t>Documented and testable foundation for future enhancements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